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DE80"/>
                </a:solidFill>
              </a:defRPr>
            </a:pPr>
            <a:r>
              <a:t>Built on the real history of django/django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Answers one question every developer asks: why is this code like this?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Team FORTEC — hackFront India 2026, Theme: AI and Developer Tools (T-1).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Ronit Shrimankar (lead), Anshul Kamthe, Udita Singh.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Codebases accumulate decisions nobody can explain any more.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 new developer reads an odd function and guesses why it exists.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 wrong guess breaks something the original author fixed on purpose.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The reasons live scattered across commits, pull requests and tickets —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never in one place, never linked to the code they explain.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solution: WhyCode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Ingest a public repo's commits, PRs and tickets into a graph.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Code entities linked to the decisions, people and incidents behind them.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Ask a plain-language 'why' question and get a cited evidence chain,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 confidence score — and a refusal when the graph holds no evidence.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No invented answers, ever. The refusal is a feature, not a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1. Ingest — GitHub API via gh CLI (commits, PRs) plus Trac tickets,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 because Django tracks decisions in Trac, not GitHub Issues.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2. Graph — entities (commit, PR, ticket, file, person) and edges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 (authored, fixes, references, touches, supersedes).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3. Ask — match the question to entities, walk the evidence chain,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 flag decisions superseded by newer ones, refuse when evidence is absent.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Demo: real answers from the Django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'Why does ignore_warnings match substrings by default?' — 0.99,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chained to Trac ticket #37089 and its fixing commit.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'Why is there a transitional option to disable multiline template tags?'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— 0.86, chained to ticket #35899.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'Why is Python 3.15 compatibility being added?' — 0.99,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  25 linked records around ticket #36664.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refusal, honestly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'Why does Django use a microservices architecture?' — REFUSED.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The term appears in no ingested record, so the engine refuses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instead of answering from the nearest generic match.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An earlier version answered this from an unrelated docs commit;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the absent-term rule plus a regression test fixed that for good.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Engineering: runnable, tested, no magic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Python standard library only; SQLite graph; no paid APIs, no accounts.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The bundled database runs the whole demo with zero credentials.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10/10 automated tests, including refusal and supersession cases.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Graph today: 200 commits, 100 PRs, 100 Trac tickets, 161 files,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90 people, 635+ edges — all from Django's real, public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Who it helps, and what is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Onboarding developers, reviewers and maintainers stop guessing at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history and start citing it.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Next: function-level entities (today: file-level), Django Enhancement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Proposals as design-doc evidence, and a Neo4j adapter for the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partner track. The local graph already runs without any of that.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WhyCode — by FORTEC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Repo: github.com/eres0045/hackfront-fortec (public, with setup steps).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Demo: python -m whycode.cli --db data/whycode.db --question 'Why ...?'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Built during the hackFront league timeline, from Django's real history.</a:t>
            </a:r>
          </a:p>
          <a:p>
            <a:pPr>
              <a:spcAft>
                <a:spcPts val="1400"/>
              </a:spcAft>
              <a:defRPr sz="2000">
                <a:solidFill>
                  <a:srgbClr val="D1D5DB"/>
                </a:solidFill>
              </a:defRPr>
            </a:pPr>
            <a:r>
              <a:t>•  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