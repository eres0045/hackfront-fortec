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YCODE">
    <p:bg>
      <p:bgPr>
        <a:solidFill>
          <a:srgbClr val="0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WhyCode  ·  FORTEC  ·  hackFront India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WhyCode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code like this? Ask its own history.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1463040" cy="64008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FORTEC  ·  hackFront India 2026  ·  AI and Developer Tools (T-1)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Ronit Shrimankar (lead)  ·  Anshul Kamthe  ·  Udita Singh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django/django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explain the code anymore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22960" cy="54864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 accumulate decisions nobody can explain any more.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developer reads an odd function and guesses why it exists.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guess breaks something the original author fixed on purpose.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52958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live scattered across commits, pull requests and tickets — never in one place, never linked to the code they explain.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WhyCode: ask the history, get the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22960" cy="54864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public repo’s history — commits, PRs and tickets — into a graph.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plain-language “why” questions about the code.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cited evidence chain plus a confidence score.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52958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graph holds no evidence, it refuses. No invented answers, ever.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repo history to cited answers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22960" cy="54864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Ingest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 via gh (commits, PRs) plus Trac ticket pages — Django tracks decisions in Trac, not GitHub Issues.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Graph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0" y="2651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commit, PR, ticket, file, person. Edges: authored, fixes, references, touches, supersedes.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3474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question, walk the evidence chain 2 hops, flag decisions superseded by newer ones — and refuse when evidence is absent.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Runs anywhere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45262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bundled SQLite database needs no credentials and no paid APIs.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DEMO — REAL DJANGO HISTORY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answer, with cited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22960" cy="54864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/>
          </a:prstGeom>
          <a:solidFill>
            <a:srgbClr val="06140F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whycode.cli --question "Why does ignore_warnings match substrings by default?"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refused: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match: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#37089 — Made ignore_warnings() match substrings by default. (commit)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fixes     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 ticket #37089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authored by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HelmiDev03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DEMO — REAL DJANGO HISTORY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the template-tags option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22960" cy="54864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/>
          </a:prstGeom>
          <a:solidFill>
            <a:srgbClr val="06140F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whycode.cli --question "Why is there a transitional option to disable multiline template tags?"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refused: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match: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Refs #35899 — Added allow_multiline_tags transitional template option. (commit)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references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 ticket #35899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authored by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REFUSAL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evidence? It refuses instead of inventing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22960" cy="54864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11091672" cy="2377440"/>
          </a:xfrm>
          <a:prstGeom prst="roundRect">
            <a:avLst/>
          </a:prstGeom>
          <a:solidFill>
            <a:srgbClr val="06140F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whycode.cli --question "Why does Django use a microservices architecture?"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refused: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evidence in the graph answers this. Refusing to invent an answer.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answered this from an unrelated docs commit — the absent-term rule + regression test fixed it for good.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Runnable, tested, no magic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22960" cy="54864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234440"/>
          </a:xfrm>
          <a:prstGeom prst="roundRect">
            <a:avLst/>
          </a:prstGeom>
          <a:solidFill>
            <a:srgbClr val="123527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933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234440"/>
          </a:xfrm>
          <a:prstGeom prst="roundRect">
            <a:avLst/>
          </a:prstGeom>
          <a:solidFill>
            <a:srgbClr val="123527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933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4340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1234440"/>
          </a:xfrm>
          <a:prstGeom prst="roundRect">
            <a:avLst/>
          </a:prstGeom>
          <a:solidFill>
            <a:srgbClr val="123527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933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3816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 tickets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520440" cy="1234440"/>
          </a:xfrm>
          <a:prstGeom prst="roundRect">
            <a:avLst/>
          </a:prstGeom>
          <a:solidFill>
            <a:srgbClr val="123527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3291840"/>
            <a:ext cx="3520440" cy="1234440"/>
          </a:xfrm>
          <a:prstGeom prst="roundRect">
            <a:avLst/>
          </a:prstGeom>
          <a:solidFill>
            <a:srgbClr val="123527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4564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343400" y="4023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291840"/>
            <a:ext cx="3520440" cy="1234440"/>
          </a:xfrm>
          <a:prstGeom prst="roundRect">
            <a:avLst/>
          </a:prstGeom>
          <a:solidFill>
            <a:srgbClr val="123527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4564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138160" y="4023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only · SQLite graph · gh CLI.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53675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automated tests, including refusal and supersession cases.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" y="593445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database runs the whole demo with zero credentials.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WhyCode — by FORTEC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github.com/eres0045/hackfront-fortec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91672" cy="1280160"/>
          </a:xfrm>
          <a:prstGeom prst="roundRect">
            <a:avLst/>
          </a:prstGeom>
          <a:solidFill>
            <a:srgbClr val="06140F"/>
          </a:solidFill>
          <a:ln w="12700">
            <a:solidFill>
              <a:srgbClr val="1F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whycode.cli --db data/whycode.db --question "Why ...?"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during the hackFront league timeline, from Django’s real, public history.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WhyCode — FORTEC</dc:title>
  <dc:subject>PptxGenJS Presentation</dc:subject>
  <dc:creator>FORTEC</dc:creator>
  <cp:lastModifiedBy>FORTEC</cp:lastModifiedBy>
  <cp:revision>1</cp:revision>
  <dcterms:created xsi:type="dcterms:W3CDTF">2026-10-29T06:00:17Z</dcterms:created>
  <dcterms:modified xsi:type="dcterms:W3CDTF">2026-10-29T06:00:18Z</dcterms:modified>
</cp:coreProperties>
</file>